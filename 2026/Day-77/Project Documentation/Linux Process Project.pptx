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eem Siddiqi" userId="e2626ce1c77ac31c" providerId="LiveId" clId="{AB4B84A3-70F1-4D01-AA6C-BAD9425C55C9}"/>
    <pc:docChg chg="custSel modSld">
      <pc:chgData name="Nadeem Siddiqi" userId="e2626ce1c77ac31c" providerId="LiveId" clId="{AB4B84A3-70F1-4D01-AA6C-BAD9425C55C9}" dt="2026-07-22T05:14:54.120" v="58" actId="255"/>
      <pc:docMkLst>
        <pc:docMk/>
      </pc:docMkLst>
      <pc:sldChg chg="modSp mod">
        <pc:chgData name="Nadeem Siddiqi" userId="e2626ce1c77ac31c" providerId="LiveId" clId="{AB4B84A3-70F1-4D01-AA6C-BAD9425C55C9}" dt="2026-07-22T05:13:02.612" v="49" actId="255"/>
        <pc:sldMkLst>
          <pc:docMk/>
          <pc:sldMk cId="0" sldId="257"/>
        </pc:sldMkLst>
        <pc:spChg chg="mod">
          <ac:chgData name="Nadeem Siddiqi" userId="e2626ce1c77ac31c" providerId="LiveId" clId="{AB4B84A3-70F1-4D01-AA6C-BAD9425C55C9}" dt="2026-07-22T05:12:24.007" v="47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02.612" v="49" actId="255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3:18.683" v="50" actId="255"/>
        <pc:sldMkLst>
          <pc:docMk/>
          <pc:sldMk cId="0" sldId="258"/>
        </pc:sldMkLst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18.683" v="50" actId="255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2:51.380" v="48" actId="255"/>
        <pc:sldMkLst>
          <pc:docMk/>
          <pc:sldMk cId="0" sldId="259"/>
        </pc:sldMkLst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3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2:51.380" v="48" actId="255"/>
          <ac:spMkLst>
            <pc:docMk/>
            <pc:sldMk cId="0" sldId="259"/>
            <ac:spMk id="41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3:56.181" v="51" actId="255"/>
        <pc:sldMkLst>
          <pc:docMk/>
          <pc:sldMk cId="0" sldId="260"/>
        </pc:sldMkLst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3:56.181" v="51" actId="255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04.279" v="52" actId="255"/>
        <pc:sldMkLst>
          <pc:docMk/>
          <pc:sldMk cId="0" sldId="261"/>
        </pc:sldMkLst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04.279" v="52" actId="255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11.338" v="53" actId="255"/>
        <pc:sldMkLst>
          <pc:docMk/>
          <pc:sldMk cId="0" sldId="262"/>
        </pc:sldMkLst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1.338" v="53" actId="255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18.900" v="54" actId="255"/>
        <pc:sldMkLst>
          <pc:docMk/>
          <pc:sldMk cId="0" sldId="263"/>
        </pc:sldMkLst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18.900" v="54" actId="255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25.387" v="55" actId="255"/>
        <pc:sldMkLst>
          <pc:docMk/>
          <pc:sldMk cId="0" sldId="265"/>
        </pc:sldMkLst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25.387" v="55" actId="255"/>
          <ac:spMkLst>
            <pc:docMk/>
            <pc:sldMk cId="0" sldId="265"/>
            <ac:spMk id="21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54.120" v="58" actId="255"/>
        <pc:sldMkLst>
          <pc:docMk/>
          <pc:sldMk cId="0" sldId="267"/>
        </pc:sldMkLst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54.120" v="58" actId="255"/>
          <ac:spMkLst>
            <pc:docMk/>
            <pc:sldMk cId="0" sldId="267"/>
            <ac:spMk id="25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33.779" v="56" actId="255"/>
        <pc:sldMkLst>
          <pc:docMk/>
          <pc:sldMk cId="0" sldId="268"/>
        </pc:sldMkLst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2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6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33.779" v="56" actId="255"/>
          <ac:spMkLst>
            <pc:docMk/>
            <pc:sldMk cId="0" sldId="268"/>
            <ac:spMk id="27" creationId="{00000000-0000-0000-0000-000000000000}"/>
          </ac:spMkLst>
        </pc:spChg>
      </pc:sldChg>
      <pc:sldChg chg="modSp mod">
        <pc:chgData name="Nadeem Siddiqi" userId="e2626ce1c77ac31c" providerId="LiveId" clId="{AB4B84A3-70F1-4D01-AA6C-BAD9425C55C9}" dt="2026-07-22T05:14:45.839" v="57" actId="255"/>
        <pc:sldMkLst>
          <pc:docMk/>
          <pc:sldMk cId="0" sldId="270"/>
        </pc:sldMkLst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4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11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15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17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18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19" creationId="{00000000-0000-0000-0000-000000000000}"/>
          </ac:spMkLst>
        </pc:spChg>
        <pc:spChg chg="mod">
          <ac:chgData name="Nadeem Siddiqi" userId="e2626ce1c77ac31c" providerId="LiveId" clId="{AB4B84A3-70F1-4D01-AA6C-BAD9425C55C9}" dt="2026-07-22T05:14:45.839" v="57" actId="255"/>
          <ac:spMkLst>
            <pc:docMk/>
            <pc:sldMk cId="0" sldId="270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36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13232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Process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Center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58368" y="2514600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A practical project for students to learn Linux processes, signals, CPU troubleshooting, /proc, zombie processes, and systemd service recovery.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ROOT ACCOUNT EDITION · NO sudo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93008" y="361188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ROCKY LINUX VM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26680" y="1188720"/>
            <a:ext cx="1143000" cy="11430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PID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302752" y="1764792"/>
            <a:ext cx="17830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38360" y="777240"/>
            <a:ext cx="786384" cy="7863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02752" y="1764792"/>
            <a:ext cx="2423160" cy="73152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378440" y="2148840"/>
            <a:ext cx="786384" cy="7863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02752" y="1764792"/>
            <a:ext cx="1508760" cy="237744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64040" y="3794760"/>
            <a:ext cx="786384" cy="7863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/proc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1764792"/>
            <a:ext cx="0" cy="274320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4160520"/>
            <a:ext cx="786384" cy="7863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svc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02752" y="1764792"/>
            <a:ext cx="0" cy="96012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2377440"/>
            <a:ext cx="786384" cy="7863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job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5349240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Student builds, breaks, observes, fixes, and validates.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94A3B8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move from memorizing commands to operating a realistic Linux incident.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Scenario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</a:rPr>
              <a:t>A </a:t>
            </a:r>
            <a:r>
              <a:rPr lang="en-US" dirty="0">
                <a:solidFill>
                  <a:srgbClr val="0B1220"/>
                </a:solidFill>
              </a:rPr>
              <a:t>Nexus Ventures runs a service called NIT Report Generator. It runs continuously, writes logs, sometimes consumes CPU, and can fail. Students act as Linux administrators.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77840" y="1417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993392"/>
            <a:ext cx="1417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ps · top · pgrep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33488" y="1417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33488" y="1993392"/>
            <a:ext cx="1417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kill · signals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98280" y="1417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98280" y="1993392"/>
            <a:ext cx="1417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systemctl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664208"/>
            <a:ext cx="3383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8750808" y="1664208"/>
            <a:ext cx="34747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532120" y="299008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71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Admin muscle memory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282696"/>
            <a:ext cx="40233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Students repeatedly use real operational commands until the workflow becomes natural.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9502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931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Safe failure practice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242816"/>
            <a:ext cx="40233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The lab intentionally creates high CPU, stopped processes, and service failures inside a VM.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91032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892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Evidence-based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5202936"/>
            <a:ext cx="40233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Every phase has commands, expected results, screenshots, and a final validation script.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project links basic process concepts to real troubleshooting actions.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PID / PPID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identify ownership and parent-child relationships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Foreground / 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jobs, bg, fg, Ctrl+C, Ctrl+Z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852928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Signals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SIGSTOP, SIGCONT, SIGTERM, SIGKILL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6301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Priority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nice and renice under 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40740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/proc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672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inspect live kernel process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5184648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5166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systemd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449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run, restart, recover, validate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097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Project learning cycle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4072" y="2048256"/>
            <a:ext cx="1133856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3811" y="3027600"/>
            <a:ext cx="1133856" cy="566928"/>
          </a:xfrm>
          <a:prstGeom prst="roundRect">
            <a:avLst>
              <a:gd name="adj" fmla="val 12903"/>
            </a:avLst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Break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89634" y="4612212"/>
            <a:ext cx="1133856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8510" y="4612212"/>
            <a:ext cx="1133856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64333" y="3027600"/>
            <a:ext cx="1133856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9752" y="3136392"/>
            <a:ext cx="169164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</a:rPr>
              <a:t>Linux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</a:rPr>
              <a:t>Admin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</a:rPr>
              <a:t>Thinking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Full student journey from setup to final validation.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Root VM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whoami = root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36776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947672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47672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report-generator · cpu-worker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81528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92424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2424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ps · top · pgrep · pstree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837176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37176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jobs · fg/bg · signals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71032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nice · renice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15784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726680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0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/proc · fd · limits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0536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9171432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71432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systemd · journalctl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05288" y="1828800"/>
            <a:ext cx="30175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0616184" y="1572768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16184" y="2148840"/>
            <a:ext cx="11338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script · incident report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160520"/>
            <a:ext cx="10332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005840" y="4041648"/>
            <a:ext cx="182880" cy="182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Setup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41648"/>
            <a:ext cx="182880" cy="182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Practice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4041648"/>
            <a:ext cx="182880" cy="18288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Break/Fix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041648"/>
            <a:ext cx="182880" cy="18288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Service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04120" y="4041648"/>
            <a:ext cx="182880" cy="182880"/>
          </a:xfrm>
          <a:prstGeom prst="ellipse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4692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Submit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534924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Outcome: students can explain what happened, prove it with commands, fix it safely, and document the incident.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Linux Process Operations Center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environment: root-account edition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Every student works inside their assigned Xen Orchestra VM using the root account.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057400" cy="502920"/>
          </a:xfrm>
          <a:prstGeom prst="roundRect">
            <a:avLst/>
          </a:prstGeom>
          <a:solidFill>
            <a:srgbClr val="0B12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Xen Orchestra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0" y="1143000"/>
            <a:ext cx="2194560" cy="1051560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Student VM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Rocky Linux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29400" y="1143000"/>
            <a:ext cx="2194560" cy="1051560"/>
          </a:xfrm>
          <a:prstGeom prst="round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/opt/process-lab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Scripts + C demo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72600" y="1143000"/>
            <a:ext cx="2194560" cy="1051560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systemd + journal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recovery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0" y="1673352"/>
            <a:ext cx="9144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1673352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23960" y="1673352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493776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dnf install -y procps-ng psmisc gcc tree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/opt/process-lab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/opt/process-lab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35584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33375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No sudo 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3648456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All commands assume the user is root. Students validate this before beginning.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37997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43616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Isolated lab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4672584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The CPU workload and zombie exercise are safe only inside a student VM.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build the long-running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Students create a simple service-like script and inspect its live process metadata.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892040" cy="2176272"/>
          </a:xfrm>
          <a:prstGeom prst="roundRect">
            <a:avLst>
              <a:gd name="adj" fmla="val 2521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/opt/process-lab/report-generator.sh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LOG_FILE="/tmp/report-generator.log"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while true;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echo "$(date): PID $$ is generating a report" &gt;&gt; "$LOG_FILE"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sleep 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72200" y="148132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95160" y="14630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Run in foreground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95160" y="1773936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./report-generator.sh keeps the terminal busy until stopped with Ctrl+C.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48716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95160" y="2468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Find the PID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2779776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pgrep -af report-generator and ps -o user,pid,ppid,stat,cmd show process details.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34930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34747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Validate logging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3785616"/>
            <a:ext cx="34290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tail -n 5 /tmp/report-generator.log proves that work is happening every 10 seconds.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526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Process → Log 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5120640"/>
            <a:ext cx="1143000" cy="475488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PID 2456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5358384"/>
            <a:ext cx="73152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246120" y="5120640"/>
            <a:ext cx="2331720" cy="475488"/>
          </a:xfrm>
          <a:prstGeom prst="roundRect">
            <a:avLst/>
          </a:prstGeom>
          <a:solidFill>
            <a:srgbClr val="0B12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/tmp/report-generator.log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Foreground, background, and shell jobs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see the difference between a shell job number and a Linux PID.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2011680" cy="475488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Foreground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703320" y="1417320"/>
            <a:ext cx="1188720" cy="475488"/>
          </a:xfrm>
          <a:prstGeom prst="round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Ctrl+Z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23560" y="1417320"/>
            <a:ext cx="2011680" cy="475488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Stopped job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75320" y="1417320"/>
            <a:ext cx="1188720" cy="475488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bg %1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12680" y="1417320"/>
            <a:ext cx="1600200" cy="475488"/>
          </a:xfrm>
          <a:prstGeom prst="round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Background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17520" y="1655064"/>
            <a:ext cx="6858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655064"/>
            <a:ext cx="7315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35240" y="1655064"/>
            <a:ext cx="6400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64040" y="1655064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./report-generator.sh &amp;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jobs -l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fg %1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Press Ctrl+Z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bg %1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%1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8072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788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Job number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3099816"/>
            <a:ext cx="356616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%1 belongs to the current shell session and is used with jobs, bg, fg, and kill.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85876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PID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3840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Process 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4151376"/>
            <a:ext cx="356616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PID is assigned by the kernel and is visible in ps, top, pgrep, and /proc.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491032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4892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5202936"/>
            <a:ext cx="356616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jobs -l should show the job state and its PID before the process is stopped.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Signals and process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test stop, continue, graceful termination, and forceful termination.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63040"/>
            <a:ext cx="1600200" cy="658368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3480" y="1463040"/>
            <a:ext cx="1600200" cy="658368"/>
          </a:xfrm>
          <a:prstGeom prst="round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Stopped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STAT=T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06840" y="1463040"/>
            <a:ext cx="1691640" cy="658368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Terminated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1792224"/>
            <a:ext cx="2423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1792224"/>
            <a:ext cx="2423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2240280"/>
            <a:ext cx="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27248" y="1389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SIGSTOP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72384" y="23591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SIGCONT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389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SIGTERM or SIGKILL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4937760" cy="16002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-STOP "$REPORT_PID"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-o pid,ppid,stat,cmd -p "$REPORT_PID"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-CONT "$REPORT_PID"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-TERM "$REPORT_PID"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-9 "$REPORT_PID"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246120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3227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Teach the safe order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3538728"/>
            <a:ext cx="342900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Try SIGTERM first because it lets the application clean up. Use SIGKILL only when needed.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4306824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42885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Evidence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4599432"/>
            <a:ext cx="342900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Students capture process states, log behavior during SIGSTOP, and final process absence.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CPU troubleshooting and priority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create a CPU problem, identify it, lower priority, and terminate it safely.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Create load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cpu-worker.sh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Identify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top · ps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4983480" y="14173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Reduce impact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993392"/>
            <a:ext cx="16002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renice 10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717804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Terminate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kill -15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918972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8972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pgrep · uptime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286000" y="1673352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1673352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0" y="1673352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0" y="1673352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5715000" cy="1828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./cpu-worker.sh &amp;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CPU_PID=$!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-eo pid,ppid,user,stat,%cpu,%mem,ni,cmd --sort=-%cpu | head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renice 10 -p "$CPU_PID"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-15 "$CPU_PID"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31520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</a:rPr>
              <a:t>Priority scale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95160" y="4160520"/>
            <a:ext cx="3840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-20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4069080"/>
            <a:ext cx="182880" cy="18288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highest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4108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23960" y="4069080"/>
            <a:ext cx="182880" cy="182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76488" y="44074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normal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6132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19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44200" y="4069080"/>
            <a:ext cx="182880" cy="18288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396728" y="44074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lowest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95160" y="4983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</a:rPr>
              <a:t>Higher nice number = lower scheduling priority.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6–7: nohup and /proc investigation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prove persistence after logout and inspect process data from the kernel view.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554480" cy="566928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SSH session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03320" y="1463040"/>
            <a:ext cx="1828800" cy="566928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nohup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03720" y="1463040"/>
            <a:ext cx="1234440" cy="566928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Logout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72600" y="1463040"/>
            <a:ext cx="1874520" cy="566928"/>
          </a:xfrm>
          <a:prstGeom prst="round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Process survives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31720" y="1746504"/>
            <a:ext cx="13716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746504"/>
            <a:ext cx="13716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38160" y="1746504"/>
            <a:ext cx="12344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nohup ./report-generator.sh &gt; /tmp/report-output.log 2&gt;&amp;1 &amp;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$! | tee /tmp/nohup-report.pid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reconnect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-o pid,ppid,stat,etime,cmd -p "$(cat /tmp/nohup-report.pid)"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8072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/proc/&lt;PID&gt;/status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3099816"/>
            <a:ext cx="3383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Name, State, Pid, PPid, Uid, Threads, memory fields.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7216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fd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/proc/&lt;PID&gt;/fd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4014216"/>
            <a:ext cx="3383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Open file descriptors reveal what the process has open.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636008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lim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4617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</a:rPr>
              <a:t>/proc/&lt;PID&gt;/limits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4928616"/>
            <a:ext cx="3383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Shows maximum open files, file size, processes, and other limits.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Parent, child, and zombie processes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visualize process trees and learn why zombies are handled through the parent.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83480" y="1234440"/>
            <a:ext cx="1920240" cy="658368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parent-child.sh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PID 3100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1508760" cy="566928"/>
          </a:xfrm>
          <a:prstGeom prst="roundRect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sleep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PID 3101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0" y="2743200"/>
            <a:ext cx="1508760" cy="566928"/>
          </a:xfrm>
          <a:prstGeom prst="roundRect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sleep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PID 3102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892808"/>
            <a:ext cx="0" cy="8503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0" y="1892808"/>
            <a:ext cx="2029968" cy="8503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66360" y="4160520"/>
            <a:ext cx="1554480" cy="640080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zombie child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STAT=Z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4160520"/>
            <a:ext cx="2103120" cy="640080"/>
          </a:xfrm>
          <a:prstGeom prst="round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parent still sleeping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exit status not collected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720840" y="4480560"/>
            <a:ext cx="2743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3794760" cy="1143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pstree -p "$PARENT_PID"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pgrep -P "$PARENT_PID" -a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-eo pid,ppid,stat,cmd | awk '$3 ~ /^Z/ {print}'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-15 "$ZOMBIE_PARENT"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960120" y="562356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Key idea: a zombie is already terminated. Killing the parent lets the system clean up the zombie entry.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10–11: systemd service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turn the script into a managed service that can restart after failure.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Unit file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1417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/etc/systemd/system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daemon-reload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read new unit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enable --now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start at boot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717804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status + logs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journalctl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9326880" y="1417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restart test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kill -9 PID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240280" y="1673352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1673352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1673352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0" y="1673352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[Service]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User=reportsvc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ExecStart=/opt/process-lab/report-generator.sh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Restart=on-failure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RestartSec=5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enable --now report-generator.service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show report-generator.service --property=MainPID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630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service account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5s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3630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restart delay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3630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sudo needed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617720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</a:rPr>
              <a:t>Validation: active + enabled + MainPID + owner = reportsvc + new PID after forced failure.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challenge: resolve the incident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 realistic mini-incident ties together every process skill.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Users report slowness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symptom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3154680" y="1508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Check 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54680" y="208483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uptime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516636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 CPU process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66360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top · ps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7315200" y="1508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Reduce + kill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2084832"/>
            <a:ext cx="1508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renice · kill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9326880" y="15087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Restore service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0" y="2084832"/>
            <a:ext cx="1554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334155"/>
                </a:solidFill>
              </a:rPr>
              <a:t>systemctl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651760" y="1764792"/>
            <a:ext cx="502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764792"/>
            <a:ext cx="502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12280" y="1764792"/>
            <a:ext cx="502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23960" y="1764792"/>
            <a:ext cx="502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uptime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-eo pid,ppid,user,stat,%cpu,%mem,ni,etime,cmd --sort=-%cpu | 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renice 15 -p "$CPU_INCIDENT_PID"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kill -15 "$CPU_INCIDENT_PID"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restart report-generator.service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journalctl -u report-generator.service -n 30 --no-pager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Resolved when: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88352" y="3584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CPU worker gone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88352" y="4041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Service active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88352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Logs resumed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4983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88352" y="4956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Load decreasing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94A3B8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30" name="Text 28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validation script checks files, service status, ownership, logs, and cleanup.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 w="1016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chmod +x /opt/process-lab/validate-project.sh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/opt/process-lab/validate-project.sh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Expected final line: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PROJECT VALIDATION SUCCESSFUL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1975104"/>
            <a:ext cx="822960" cy="438912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0"/>
            <a:ext cx="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16432" y="2457097"/>
            <a:ext cx="822960" cy="438912"/>
          </a:xfrm>
          <a:prstGeom prst="round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Scripts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41080" y="3474720"/>
            <a:ext cx="128683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34253" y="3540126"/>
            <a:ext cx="822960" cy="438912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41080" y="3474720"/>
            <a:ext cx="1604653" cy="28486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43738" y="4408648"/>
            <a:ext cx="822960" cy="438912"/>
          </a:xfrm>
          <a:prstGeom prst="round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MainPID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41080" y="3474720"/>
            <a:ext cx="714138" cy="115338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15462" y="4408648"/>
            <a:ext cx="822960" cy="438912"/>
          </a:xfrm>
          <a:prstGeom prst="roundRect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Owner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41080" y="3474720"/>
            <a:ext cx="0" cy="115338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4947" y="3540126"/>
            <a:ext cx="822960" cy="438912"/>
          </a:xfrm>
          <a:prstGeom prst="round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41080" y="3474720"/>
            <a:ext cx="0" cy="28486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2768" y="2457097"/>
            <a:ext cx="822960" cy="438912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 CPU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3474720"/>
            <a:ext cx="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82128" y="3063240"/>
            <a:ext cx="15087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</a:rPr>
              <a:t>PASS/FAIL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521208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Students should not submit the project until the validation script passes and the incident report is complete.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deliverables and grading evidence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Each deliverable must show commands and results, not just a final answer.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6245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13441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Process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65506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ps, pgrep, pstree, jobs -l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36245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86600" y="13441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Signal evidence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0" y="165506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SIGSTOP, SIGCONT, SIGTERM, SIGKILL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24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Performance 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93522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top/ps output, renice result, CPU worker removed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64261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624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Kernel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93522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/proc/status, fd, limits, environment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92277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9044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Service evidence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21538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active, enabled, MainPID, restart after failure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922776"/>
            <a:ext cx="685800" cy="6858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B122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39044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</a:rPr>
              <a:t>Incident report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215384"/>
            <a:ext cx="3794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symptoms, root cause, fix, validation, recommendations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</a:rPr>
              <a:t>Grading focus: correct execution + evidence + explanation.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Instructor wrap-up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The project turns isolated commands into an operational troubleshooting workflow.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828800"/>
            <a:ext cx="2148840" cy="530352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Identify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26060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who owns a process and what state it is 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2148840" cy="530352"/>
          </a:xfrm>
          <a:prstGeom prst="round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Control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840480" y="26060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pause, resume, terminate, and prioritize safely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2148840" cy="530352"/>
          </a:xfrm>
          <a:prstGeom prst="round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Explain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parent/child, zombie, /proc, and service lifecycle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0" y="1828800"/>
            <a:ext cx="2148840" cy="530352"/>
          </a:xfrm>
          <a:prstGeom prst="round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418320" y="26060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restore a failing service and prove the fix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48463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Final skill: students can troubleshoot a Linux process incident from symptom → evidence → fix → validation.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66019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94A3B8"/>
                </a:solidFill>
              </a:rPr>
              <a:t>Linux Process Operations Center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1356848" y="65836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1759</Words>
  <Application>Microsoft Office PowerPoint</Application>
  <PresentationFormat>Widescreen</PresentationFormat>
  <Paragraphs>378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NIT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Operations Center</dc:title>
  <dc:subject>Linux Process Management Practical Project</dc:subject>
  <dc:creator>NIT Academy</dc:creator>
  <cp:lastModifiedBy>Nadeem Siddiqi</cp:lastModifiedBy>
  <cp:revision>2</cp:revision>
  <dcterms:created xsi:type="dcterms:W3CDTF">2026-07-21T22:38:59Z</dcterms:created>
  <dcterms:modified xsi:type="dcterms:W3CDTF">2026-07-22T05:14:54Z</dcterms:modified>
</cp:coreProperties>
</file>